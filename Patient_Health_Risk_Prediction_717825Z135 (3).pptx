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Risk Prediction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vs KNN Algorithm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2743200" cy="0"/>
          </a:xfrm>
          <a:prstGeom prst="line">
            <a:avLst/>
          </a:prstGeom>
          <a:noFill/>
          <a:ln w="19050">
            <a:solidFill>
              <a:srgbClr val="8EA9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926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Mohanarangan 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717825Z135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II-MCA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risk depends on many factors such as </a:t>
            </a: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BMI, blood pressure, glucose, cholesterol, lifestyle habits and chronic conditions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factors affect each other, so </a:t>
            </a: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thousands of patients is slow and difficult.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learn from past patient data and </a:t>
            </a: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patient as High_Risk or Low_Risk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used because they are simple, popular and very different in how they work.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</a:t>
            </a: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health_risk (High_Risk / Low_Risk)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compares both models on the same dataset.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046720" cy="3749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patient health data (vital signs, lab values, lifestyle, medical history).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dataset: handle missing values and remove duplicate records.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statistical problems such as outliers, skewness, correlation and class imbalance.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patient is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 or Low_Risk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and Decision Tree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(simple, multiple, stepwise and logistic) in 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models using accuracy, recall, F1-score, ROC-AUC, R-squared and RMSE.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Loading and Anatomy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051560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&lt;- read.csv(file.choose())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str(data)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4023360" cy="3017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 Health Risk Dataset (simulated academic data created in R for demonstration, not real patients)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patient_health_risk_dataset.csv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3000 rows and 23 columns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identifier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(patient_id),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features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target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(health_risk: High_Risk / Low_Risk)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(14)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(7)</a:t>
            </a:r>
            <a:endParaRPr lang="en-US" sz="1300" dirty="0"/>
          </a:p>
        </p:txBody>
      </p:sp>
      <p:pic>
        <p:nvPicPr>
          <p:cNvPr id="8" name="Image 0" descr="shots/st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05840"/>
            <a:ext cx="4023360" cy="29569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206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patient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blood_pressure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 BP (mmHg)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heart_rate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 heart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glucose_level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Fasting glucose (mg/dL)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cholesterol (mg/dL)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oxygen_saturation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oxygen (%)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waist_circumference_cm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Waist size (cm)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smoking_status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/ Former / 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alcohol_consumption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Occasional / Regular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physical_activity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Moderate /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per day (hours)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family_history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medication_count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medications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hospital_visits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 in last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stress_level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 to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exercise_frequency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days per 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diet_quality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/ Average / 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chronic_condition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Hypertension / Diabetes / Heart_Disease / Respiratory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healthcare_expense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expense (USD)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health_risk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High_Risk / Low_Risk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749040" cy="2194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readings of many patients, e.g. age or BMI (like sensor readings)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numeric feature table used by KNN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patient record with mixed types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3000 patient records, like a hospital database table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Factor: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gender, smoking_status, health_risk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74904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246120"/>
            <a:ext cx="3602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 &lt;- data$age[1:5]            # vector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bp_matrix &lt;- as.matrix(data[1:3,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c("age","bmi","blood_pressure")])  # matrix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&lt;- list(age = data$age[1],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gender = as.character(data$gender[1]),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visits = c(2, 0, 1))              # list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levels(data$health_risk)            # factor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class(data); dim(data)              # data frame</a:t>
            </a:r>
            <a:endParaRPr lang="en-US" sz="850" dirty="0"/>
          </a:p>
        </p:txBody>
      </p:sp>
      <p:pic>
        <p:nvPicPr>
          <p:cNvPr id="8" name="Image 0" descr="shots/r_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960120"/>
            <a:ext cx="4297680" cy="33895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Functions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931920" cy="374904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051560"/>
            <a:ext cx="378561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(bmi_value &gt;= 30)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print("Obese")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(bmi_value &gt;= 25)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print("Overweight")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print("Normal or below")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(col in c("age","bmi"))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cat(col, mean(data[[col]]), "\n")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(count &lt; 3)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(data$health_risk[i] == "High_Risk")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&lt;- count + 1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&lt;- i + 1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bmi_category &lt;- function(bmi)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ifelse(bmi &lt; 18.5, "Underweight",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ifelse(bmi &lt; 25, "Normal",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ifelse(bmi &lt; 30, "Overweight", "Obese")))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&lt;- function(actual, predicted)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sqrt(mean((actual - predicted)^2))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005840"/>
            <a:ext cx="4206240" cy="1371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classify BMI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 of columns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3 High_Risk patients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bmi_category() and rmse() are written once and reused</a:t>
            </a:r>
            <a:endParaRPr lang="en-US" sz="1200" dirty="0"/>
          </a:p>
        </p:txBody>
      </p:sp>
      <p:pic>
        <p:nvPicPr>
          <p:cNvPr id="8" name="Image 0" descr="shots/r_ctr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331720"/>
            <a:ext cx="2542612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Data Frames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566160" cy="3017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different types together (numbers, text, vectors).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table: each row is a patient, each column a variable.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subset(), aggregate() and order() filter, group and sort the data frame.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 patients are older (mean 58.1 vs 43.5) and have higher glucose (102.6 vs 90.9).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56616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703320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data_info &lt;- list(rows = nrow(data), ...)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str(data_info)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high_risk &lt;- subset(data,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health_risk == "High_Risk")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aggregate(cbind(age, bmi, glucose_level)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 health_risk, data = data, FUN = mean)</a:t>
            </a:r>
            <a:endParaRPr lang="en-US" sz="800" dirty="0"/>
          </a:p>
        </p:txBody>
      </p:sp>
      <p:pic>
        <p:nvPicPr>
          <p:cNvPr id="8" name="Image 0" descr="shots/r_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60120"/>
            <a:ext cx="4480560" cy="31268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Data Cleaning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3931920" cy="17373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missing values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5 columns (bmi 20, glucose 10, cholesterol 12, sleep 15, diet 8)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filled with the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categorical with the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duplicate records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found and removed (2985 rows remain)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9319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697480"/>
            <a:ext cx="3785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colSums(is.na(data))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(col in names(data))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(anyNA(data[[col]]))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(is.numeric(data[[col]]))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data[[col]][is.na(data[[col]])] &lt;-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median(data[[col]], na.rm = TRUE)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mode_val &lt;- names(which.max(table(data[[col]])))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data[[col]][is.na(data[[col]])] &lt;- mode_val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sum(duplicated(data))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&lt;- data[!duplicated(data), ]</a:t>
            </a:r>
            <a:endParaRPr lang="en-US" sz="800" dirty="0"/>
          </a:p>
        </p:txBody>
      </p:sp>
      <p:pic>
        <p:nvPicPr>
          <p:cNvPr id="8" name="Image 0" descr="shots/mis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60120"/>
            <a:ext cx="4023936" cy="2606040"/>
          </a:xfrm>
          <a:prstGeom prst="rect">
            <a:avLst/>
          </a:prstGeom>
        </p:spPr>
      </p:pic>
      <p:pic>
        <p:nvPicPr>
          <p:cNvPr id="9" name="Image 1" descr="shots/d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657600"/>
            <a:ext cx="2756452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Problems in the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4206240" cy="3657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duplicates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(cleaned)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31.06% High_Risk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healthcare_expense has 152 IQR outliers, glucose_level 23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Skewness: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healthcare_expense is right-skewed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bmi and waist circumference, r = 0.88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scales: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 standardization for KNN</a:t>
            </a:r>
            <a:endParaRPr lang="en-US" sz="1400" dirty="0"/>
          </a:p>
        </p:txBody>
      </p:sp>
      <p:pic>
        <p:nvPicPr>
          <p:cNvPr id="6" name="Image 0" descr="shots/r_h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840480" cy="2817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healthcare_expense is skewed to the right.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Problems – Hypothesis Tests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749040" cy="3657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glucose_level differs between risk groups (t = 20.34, p &lt; 2.2e-16). High_Risk mean 102.57 vs Low_Risk 90.89.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test: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smoking_status is associated with health_risk (X-squared = 68.04, df = 2, p = 1.68e-15).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p-values are far below 0.05, so these variables are useful predictors.</a:t>
            </a:r>
            <a:endParaRPr lang="en-US" sz="1400" dirty="0"/>
          </a:p>
        </p:txBody>
      </p:sp>
      <p:pic>
        <p:nvPicPr>
          <p:cNvPr id="6" name="Image 0" descr="shots/r_t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960120"/>
            <a:ext cx="4389120" cy="20118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Data Visualization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566160" cy="19202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compares High_Risk and Low_Risk patients.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High_Risk: </a:t>
            </a: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 (31.06%)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Low_Risk: </a:t>
            </a: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2058 (68.94%)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classes are </a:t>
            </a: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accuracy alone is not enough.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566160" cy="187452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926080"/>
            <a:ext cx="3419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ggplot(data, aes(x = health_risk,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fill = health_risk)) +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geom_bar(width = 0.55) +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geom_text(stat = "count",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aes(label = after_stat(count)),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vjust = -0.5) +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scale_fill_manual(values = c(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"High_Risk" = "#C0392B",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"Low_Risk" = "#2E86C1")) +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"Health Risk Distribution",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x = "Health Risk",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y = "Number of Patients") +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theme_minimal() +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theme(legend.position = "none")</a:t>
            </a:r>
            <a:endParaRPr lang="en-US" sz="750" dirty="0"/>
          </a:p>
        </p:txBody>
      </p:sp>
      <p:pic>
        <p:nvPicPr>
          <p:cNvPr id="8" name="Image 0" descr="shots/p_d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05840"/>
            <a:ext cx="4480560" cy="32874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and 4: Data Preparation and Splitting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4023360" cy="2011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health_risk converted to a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patient_id removed; characters converted to factors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(2389)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testing (596)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set.seed(123)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ratio is almost the same in both sets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data is dummy-coded and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training values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4023360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971800"/>
            <a:ext cx="3877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data$health_risk &lt;- factor(data$health_risk,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levels = c("High_Risk", "Low_Risk"))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data$patient_id &lt;- NULL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char_cols &lt;- sapply(data, is.character)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data[char_cols] &lt;- lapply(data[char_cols], as.factor)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train_index &lt;- createDataPartition(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data$health_risk, p = 0.8, list = FALSE)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train_data &lt;- data[train_index,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  &lt;- data[-train_index, ]</a:t>
            </a:r>
            <a:endParaRPr lang="en-US" sz="850" dirty="0"/>
          </a:p>
        </p:txBody>
      </p:sp>
      <p:pic>
        <p:nvPicPr>
          <p:cNvPr id="8" name="Image 0" descr="shots/spl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05840"/>
            <a:ext cx="4023360" cy="30716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ML Model Training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4480560" cy="17373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uses standardized data; K = 3 to 21 tested on a validation 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=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(validation accuracy 80.50%)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is pruned to avoid overfitting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493776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743200"/>
            <a:ext cx="47914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x_all &lt;- model.matrix(health_risk ~ . - 1, data = data)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&lt;- x_all[train_index,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 &lt;- x_all[-train_index,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train_mean &lt;- colMeans(x_train)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train_sd   &lt;- apply(x_train, 2, sd)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 &lt;- scale(x_train, train_mean, train_sd)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  &lt;- scale(x_test,  train_mean, train_sd)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 &lt;- train_data$health_risk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  &lt;- test_data$health_risk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set.seed(123)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val_index &lt;- createDataPartition(y_train, p = 0.8, list = FALSE)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k_values &lt;- seq(3, 21, by = 2)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k_acc &lt;- sapply(k_values, function(k)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 &lt;- knn(x_train_s[val_index, ], x_train_s[-val_index, ],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cl = y_train[val_index], k = k)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mean(pred == y_train[-val_index])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k_results &lt;- data.frame(K = k_values, Accuracy = k_acc)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best_k &lt;- k_results$K[which.max(k_results$Accuracy)]</a:t>
            </a:r>
            <a:endParaRPr lang="en-US" sz="700" dirty="0"/>
          </a:p>
        </p:txBody>
      </p:sp>
      <p:pic>
        <p:nvPicPr>
          <p:cNvPr id="8" name="Image 0" descr="shots/k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960120"/>
            <a:ext cx="3200400" cy="22095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383280" cy="2194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using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rules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split (age &gt;= 51)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split sends patients left or right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 class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follows branches from root to a leaf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with cp =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0.0074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12 splits, 13 leaves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38328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24612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tree_full &lt;- rpart(health_risk ~ .,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train_data, method = "class",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 = rpart.control(cp = 0.001,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minsplit = 20, maxdepth = 6))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best_cp &lt;- tree_full$cptable[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which.min(tree_full$cptable[, "xerror"]),"CP"]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tree_model &lt;- prune(tree_full, cp = best_cp)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rpart.plot(tree_model, type = 2, extra = 104,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fallen.leaves = TRUE)</a:t>
            </a:r>
            <a:endParaRPr lang="en-US" sz="800" dirty="0"/>
          </a:p>
        </p:txBody>
      </p:sp>
      <p:pic>
        <p:nvPicPr>
          <p:cNvPr id="8" name="Image 0" descr="shots/p_tr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60120"/>
            <a:ext cx="4754880" cy="34887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Prediction and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931920" cy="2468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80.37%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76.15%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Recall: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53.51%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92.46%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F1: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62.86%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72.99%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0.7789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of 185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High_Risk patients, missed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93192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11880"/>
            <a:ext cx="3785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tree_pred &lt;- predict(tree_model, test_data,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type = "class")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tree_cm &lt;- confusionMatrix(tree_pred, y_test,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positive = "High_Risk")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tree_cm</a:t>
            </a:r>
            <a:endParaRPr lang="en-US" sz="900" dirty="0"/>
          </a:p>
        </p:txBody>
      </p:sp>
      <p:pic>
        <p:nvPicPr>
          <p:cNvPr id="8" name="Image 0" descr="shots/dtc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60120"/>
            <a:ext cx="3404999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– K-Nearest Neighbors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383280" cy="2560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classification algorithm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nearest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patients; the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prediction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important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KNN uses distance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=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(80.50% validation accuracy; K = 17 gave the same value)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38328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703320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knn_pred &lt;- knn(x_train_s, x_test_s,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 = y_train, k = best_k, prob = TRUE)</a:t>
            </a:r>
            <a:endParaRPr lang="en-US" sz="850" dirty="0"/>
          </a:p>
        </p:txBody>
      </p:sp>
      <p:pic>
        <p:nvPicPr>
          <p:cNvPr id="8" name="Image 0" descr="shots/p_kn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60120"/>
            <a:ext cx="4663440" cy="34216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Prediction and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931920" cy="2468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80.03%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83.67%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Recall: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44.32%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96.11%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F1: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57.95%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70.22%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of 185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High_Risk patients, missed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931920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11880"/>
            <a:ext cx="3785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knn_cm &lt;- confusionMatrix(knn_pred, y_test,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positive = "High_Risk")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knn_cm</a:t>
            </a:r>
            <a:endParaRPr lang="en-US" sz="900" dirty="0"/>
          </a:p>
        </p:txBody>
      </p:sp>
      <p:pic>
        <p:nvPicPr>
          <p:cNvPr id="8" name="Image 0" descr="shots/knnc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60120"/>
            <a:ext cx="3318385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vs Decision Tree –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= 0.0074, maxdepth =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Scaling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Confusion (TN / FP / FN / TP)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 / 16 / 103 / 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 / 31 / 86 / 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interpretable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interpret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recall for High_Risk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false positives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in 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4846320" cy="21031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80/20 split. Linear models predict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blood_pressure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logistic regression predicts 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health_risk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BP = 99.08 + 0.369 x age (each year adds about 0.37 mmHg)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age, bmi and stress_level are significant (p &lt; 0.001)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(AIC):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age, bmi, heart_rate, waist, alcohol, medications, stress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R-squared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7.1358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24528"/>
            <a:ext cx="484632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427024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simple_model &lt;- lm(blood_pressure ~ age, data = train_data)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multi_model  &lt;- lm(blood_pressure ~ age + bmi + stress_level + ..., data = train_data)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step_model   &lt;- step(full_model, direction = "both", trace = 0)</a:t>
            </a:r>
            <a:endParaRPr lang="en-US" sz="800" dirty="0"/>
          </a:p>
        </p:txBody>
      </p:sp>
      <p:pic>
        <p:nvPicPr>
          <p:cNvPr id="9" name="Image 0" descr="shots/r_ml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60120"/>
            <a:ext cx="3200400" cy="27198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4114800" cy="2468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probability of High_Risk (threshold 0.5)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87.08%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82.93%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Recall: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73.51%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93.19%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F1: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77.94%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83.35%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ROC-AUC: 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0.9156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136, TN = 383, FP = 28, FN = 49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411480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11880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log_model &lt;- glm(I(health_risk == "High_Risk") ~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 - chronic_condition, data = train_data,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 = binomial)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log_prob &lt;- predict(log_model, test_data,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type = "response")</a:t>
            </a:r>
            <a:endParaRPr lang="en-US" sz="900" dirty="0"/>
          </a:p>
        </p:txBody>
      </p:sp>
      <p:pic>
        <p:nvPicPr>
          <p:cNvPr id="8" name="Image 0" descr="shots/r_logc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960120"/>
            <a:ext cx="3404743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Chart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pic>
        <p:nvPicPr>
          <p:cNvPr id="5" name="Image 0" descr="shots/p_cm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72" y="960120"/>
            <a:ext cx="5109695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09360" y="1371600"/>
            <a:ext cx="2560320" cy="2743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higher recall and F1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higher precision and ROC-AUC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(not in chart) scored higher: accuracy 87.08%, AUC 0.9156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046720" cy="3749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accuracy </a:t>
            </a: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80.37%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KNN </a:t>
            </a: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80.03%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almost equal.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had higher </a:t>
            </a: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(53.51% vs 44.32%) and </a:t>
            </a: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(62.86% vs 57.95%); KNN had higher precision, specificity and ROC-AUC (0.8608 vs 0.7789).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missed </a:t>
            </a: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High_Risk patients; the Decision Tree missed </a:t>
            </a: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Missing a High_Risk patient delays treatment, so recall matters most and the Decision Tree is more suitable and easy to interpret.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recalls are below 55% because only about 31% of patients are High_Risk.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did better than both: accuracy 87.08%, recall 73.51%, AUC 0.9156.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predicted blood pressure best (R-squared 0.353, RMSE 8.9707).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8EA9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046720" cy="3749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Decision Tree and regression models were built in R using a simulated healthcare dataset of 2985 cleaned records.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 = 15) reached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80.03%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accuracy; Decision Tree reached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80.37%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Between the two, the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better because it finds more High_Risk patients and gives clear rules.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best classifier overall (87.08% accuracy, AUC 0.9156).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 the classes, tune the threshold, use cross-validation, try Random Forest, and test on real clinical data.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Mohanarangan 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717825Z135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Health Risk Prediction</dc:title>
  <dc:subject>PptxGenJS Presentation</dc:subject>
  <dc:creator>Mohanarangan M</dc:creator>
  <cp:lastModifiedBy>Mohanarangan M</cp:lastModifiedBy>
  <cp:revision>1</cp:revision>
  <dcterms:created xsi:type="dcterms:W3CDTF">2026-10-09T07:07:57Z</dcterms:created>
  <dcterms:modified xsi:type="dcterms:W3CDTF">2026-10-09T07:07:57Z</dcterms:modified>
</cp:coreProperties>
</file>